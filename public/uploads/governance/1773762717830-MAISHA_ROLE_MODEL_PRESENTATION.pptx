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3"/>
  </p:notesMasterIdLst>
  <p:handoutMasterIdLst>
    <p:handoutMasterId r:id="rId14"/>
  </p:handoutMasterIdLst>
  <p:sldIdLst>
    <p:sldId id="317" r:id="rId5"/>
    <p:sldId id="308" r:id="rId6"/>
    <p:sldId id="309" r:id="rId7"/>
    <p:sldId id="263" r:id="rId8"/>
    <p:sldId id="318" r:id="rId9"/>
    <p:sldId id="319" r:id="rId10"/>
    <p:sldId id="310" r:id="rId11"/>
    <p:sldId id="30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7DCB8C-583A-4161-9260-7256532C1D63}" v="2" dt="2024-10-21T12:19:39.039"/>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59" d="100"/>
          <a:sy n="59" d="100"/>
        </p:scale>
        <p:origin x="964" y="36"/>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cy Gachau" userId="57ada5730fbea272" providerId="LiveId" clId="{177DCB8C-583A-4161-9260-7256532C1D63}"/>
    <pc:docChg chg="undo custSel addSld delSld modSld sldOrd">
      <pc:chgData name="Mercy Gachau" userId="57ada5730fbea272" providerId="LiveId" clId="{177DCB8C-583A-4161-9260-7256532C1D63}" dt="2024-10-21T12:40:09.251" v="582"/>
      <pc:docMkLst>
        <pc:docMk/>
      </pc:docMkLst>
      <pc:sldChg chg="modSp mod">
        <pc:chgData name="Mercy Gachau" userId="57ada5730fbea272" providerId="LiveId" clId="{177DCB8C-583A-4161-9260-7256532C1D63}" dt="2024-10-21T12:25:41.598" v="372" actId="20577"/>
        <pc:sldMkLst>
          <pc:docMk/>
          <pc:sldMk cId="1096717490" sldId="263"/>
        </pc:sldMkLst>
        <pc:spChg chg="mod">
          <ac:chgData name="Mercy Gachau" userId="57ada5730fbea272" providerId="LiveId" clId="{177DCB8C-583A-4161-9260-7256532C1D63}" dt="2024-10-21T12:24:31.338" v="361" actId="20577"/>
          <ac:spMkLst>
            <pc:docMk/>
            <pc:sldMk cId="1096717490" sldId="263"/>
            <ac:spMk id="11" creationId="{2A3D95EF-8A67-7F71-37EF-9EB02511B163}"/>
          </ac:spMkLst>
        </pc:spChg>
        <pc:spChg chg="mod">
          <ac:chgData name="Mercy Gachau" userId="57ada5730fbea272" providerId="LiveId" clId="{177DCB8C-583A-4161-9260-7256532C1D63}" dt="2024-10-21T12:25:41.598" v="372" actId="20577"/>
          <ac:spMkLst>
            <pc:docMk/>
            <pc:sldMk cId="1096717490" sldId="263"/>
            <ac:spMk id="15" creationId="{C7846849-DC0A-EE3B-2E5E-D669EC1273D6}"/>
          </ac:spMkLst>
        </pc:spChg>
      </pc:sldChg>
      <pc:sldChg chg="del">
        <pc:chgData name="Mercy Gachau" userId="57ada5730fbea272" providerId="LiveId" clId="{177DCB8C-583A-4161-9260-7256532C1D63}" dt="2024-10-21T12:20:11.433" v="254" actId="2696"/>
        <pc:sldMkLst>
          <pc:docMk/>
          <pc:sldMk cId="520000563" sldId="278"/>
        </pc:sldMkLst>
      </pc:sldChg>
      <pc:sldChg chg="delSp modSp mod modClrScheme chgLayout">
        <pc:chgData name="Mercy Gachau" userId="57ada5730fbea272" providerId="LiveId" clId="{177DCB8C-583A-4161-9260-7256532C1D63}" dt="2024-10-21T12:39:50.348" v="580" actId="20577"/>
        <pc:sldMkLst>
          <pc:docMk/>
          <pc:sldMk cId="2188828507" sldId="304"/>
        </pc:sldMkLst>
        <pc:spChg chg="mod ord">
          <ac:chgData name="Mercy Gachau" userId="57ada5730fbea272" providerId="LiveId" clId="{177DCB8C-583A-4161-9260-7256532C1D63}" dt="2024-10-21T12:39:50.348" v="580" actId="20577"/>
          <ac:spMkLst>
            <pc:docMk/>
            <pc:sldMk cId="2188828507" sldId="304"/>
            <ac:spMk id="6" creationId="{D5DC0028-4150-0F89-E59C-F563C67F6CFD}"/>
          </ac:spMkLst>
        </pc:spChg>
        <pc:spChg chg="del mod">
          <ac:chgData name="Mercy Gachau" userId="57ada5730fbea272" providerId="LiveId" clId="{177DCB8C-583A-4161-9260-7256532C1D63}" dt="2024-10-21T12:39:47.300" v="578" actId="700"/>
          <ac:spMkLst>
            <pc:docMk/>
            <pc:sldMk cId="2188828507" sldId="304"/>
            <ac:spMk id="11" creationId="{C6DCC38C-603B-CCD0-2914-0BBCD4F4F74E}"/>
          </ac:spMkLst>
        </pc:spChg>
      </pc:sldChg>
      <pc:sldChg chg="del">
        <pc:chgData name="Mercy Gachau" userId="57ada5730fbea272" providerId="LiveId" clId="{177DCB8C-583A-4161-9260-7256532C1D63}" dt="2024-10-21T12:09:51.144" v="0" actId="2696"/>
        <pc:sldMkLst>
          <pc:docMk/>
          <pc:sldMk cId="586478555" sldId="307"/>
        </pc:sldMkLst>
      </pc:sldChg>
      <pc:sldChg chg="addSp delSp modSp mod modClrScheme chgLayout">
        <pc:chgData name="Mercy Gachau" userId="57ada5730fbea272" providerId="LiveId" clId="{177DCB8C-583A-4161-9260-7256532C1D63}" dt="2024-10-21T12:39:19.168" v="573" actId="20577"/>
        <pc:sldMkLst>
          <pc:docMk/>
          <pc:sldMk cId="2222324472" sldId="308"/>
        </pc:sldMkLst>
        <pc:spChg chg="del mod ord">
          <ac:chgData name="Mercy Gachau" userId="57ada5730fbea272" providerId="LiveId" clId="{177DCB8C-583A-4161-9260-7256532C1D63}" dt="2024-10-21T12:36:06.627" v="544" actId="700"/>
          <ac:spMkLst>
            <pc:docMk/>
            <pc:sldMk cId="2222324472" sldId="308"/>
            <ac:spMk id="2" creationId="{2403EE45-3924-5A20-4FDE-7EA6BBEBD06F}"/>
          </ac:spMkLst>
        </pc:spChg>
        <pc:spChg chg="add mod ord">
          <ac:chgData name="Mercy Gachau" userId="57ada5730fbea272" providerId="LiveId" clId="{177DCB8C-583A-4161-9260-7256532C1D63}" dt="2024-10-21T12:39:19.168" v="573" actId="20577"/>
          <ac:spMkLst>
            <pc:docMk/>
            <pc:sldMk cId="2222324472" sldId="308"/>
            <ac:spMk id="3" creationId="{6281564C-5FBB-96E7-98C8-AF4F9EE27D93}"/>
          </ac:spMkLst>
        </pc:spChg>
        <pc:spChg chg="add mod ord">
          <ac:chgData name="Mercy Gachau" userId="57ada5730fbea272" providerId="LiveId" clId="{177DCB8C-583A-4161-9260-7256532C1D63}" dt="2024-10-21T12:39:02.988" v="547" actId="255"/>
          <ac:spMkLst>
            <pc:docMk/>
            <pc:sldMk cId="2222324472" sldId="308"/>
            <ac:spMk id="4" creationId="{73831EFA-FEA5-2F82-FD51-67FB28EB549C}"/>
          </ac:spMkLst>
        </pc:spChg>
        <pc:picChg chg="mod ord">
          <ac:chgData name="Mercy Gachau" userId="57ada5730fbea272" providerId="LiveId" clId="{177DCB8C-583A-4161-9260-7256532C1D63}" dt="2024-10-21T12:36:06.627" v="544" actId="700"/>
          <ac:picMkLst>
            <pc:docMk/>
            <pc:sldMk cId="2222324472" sldId="308"/>
            <ac:picMk id="6" creationId="{4938B119-5E00-F265-7A0D-02CFB92E1816}"/>
          </ac:picMkLst>
        </pc:picChg>
      </pc:sldChg>
      <pc:sldChg chg="addSp delSp modSp mod">
        <pc:chgData name="Mercy Gachau" userId="57ada5730fbea272" providerId="LiveId" clId="{177DCB8C-583A-4161-9260-7256532C1D63}" dt="2024-10-21T12:20:01.446" v="253" actId="113"/>
        <pc:sldMkLst>
          <pc:docMk/>
          <pc:sldMk cId="1966913227" sldId="309"/>
        </pc:sldMkLst>
        <pc:spChg chg="add del mod">
          <ac:chgData name="Mercy Gachau" userId="57ada5730fbea272" providerId="LiveId" clId="{177DCB8C-583A-4161-9260-7256532C1D63}" dt="2024-10-21T12:15:48.822" v="195" actId="478"/>
          <ac:spMkLst>
            <pc:docMk/>
            <pc:sldMk cId="1966913227" sldId="309"/>
            <ac:spMk id="4" creationId="{24F0ECBF-1BD3-CC26-4C18-B902A22FC7B2}"/>
          </ac:spMkLst>
        </pc:spChg>
        <pc:spChg chg="add del mod">
          <ac:chgData name="Mercy Gachau" userId="57ada5730fbea272" providerId="LiveId" clId="{177DCB8C-583A-4161-9260-7256532C1D63}" dt="2024-10-21T12:20:01.446" v="253" actId="113"/>
          <ac:spMkLst>
            <pc:docMk/>
            <pc:sldMk cId="1966913227" sldId="309"/>
            <ac:spMk id="8" creationId="{BCFDA37B-399A-B9F0-7A7D-2A891EB7FFA6}"/>
          </ac:spMkLst>
        </pc:spChg>
        <pc:spChg chg="mod">
          <ac:chgData name="Mercy Gachau" userId="57ada5730fbea272" providerId="LiveId" clId="{177DCB8C-583A-4161-9260-7256532C1D63}" dt="2024-10-21T12:14:14.077" v="159" actId="14100"/>
          <ac:spMkLst>
            <pc:docMk/>
            <pc:sldMk cId="1966913227" sldId="309"/>
            <ac:spMk id="19" creationId="{A7BE12AD-D808-BDE0-3EB8-5BC50B1D8474}"/>
          </ac:spMkLst>
        </pc:spChg>
      </pc:sldChg>
      <pc:sldChg chg="modSp add del mod">
        <pc:chgData name="Mercy Gachau" userId="57ada5730fbea272" providerId="LiveId" clId="{177DCB8C-583A-4161-9260-7256532C1D63}" dt="2024-10-21T12:35:24.277" v="542" actId="2696"/>
        <pc:sldMkLst>
          <pc:docMk/>
          <pc:sldMk cId="4230106960" sldId="310"/>
        </pc:sldMkLst>
        <pc:spChg chg="mod">
          <ac:chgData name="Mercy Gachau" userId="57ada5730fbea272" providerId="LiveId" clId="{177DCB8C-583A-4161-9260-7256532C1D63}" dt="2024-10-21T12:30:42.147" v="492" actId="14100"/>
          <ac:spMkLst>
            <pc:docMk/>
            <pc:sldMk cId="4230106960" sldId="310"/>
            <ac:spMk id="11" creationId="{949404F1-8E94-7D3D-71E2-A1A4B7CBCB4A}"/>
          </ac:spMkLst>
        </pc:spChg>
        <pc:spChg chg="mod">
          <ac:chgData name="Mercy Gachau" userId="57ada5730fbea272" providerId="LiveId" clId="{177DCB8C-583A-4161-9260-7256532C1D63}" dt="2024-10-21T12:33:53.074" v="529" actId="12"/>
          <ac:spMkLst>
            <pc:docMk/>
            <pc:sldMk cId="4230106960" sldId="310"/>
            <ac:spMk id="14" creationId="{F4A3718F-D67C-255A-4B64-BA379609FCD0}"/>
          </ac:spMkLst>
        </pc:spChg>
        <pc:spChg chg="mod">
          <ac:chgData name="Mercy Gachau" userId="57ada5730fbea272" providerId="LiveId" clId="{177DCB8C-583A-4161-9260-7256532C1D63}" dt="2024-10-21T12:34:33.907" v="535"/>
          <ac:spMkLst>
            <pc:docMk/>
            <pc:sldMk cId="4230106960" sldId="310"/>
            <ac:spMk id="17" creationId="{2F3CEF66-C6D7-C765-24E7-1DCFB38FE51A}"/>
          </ac:spMkLst>
        </pc:spChg>
      </pc:sldChg>
      <pc:sldChg chg="del">
        <pc:chgData name="Mercy Gachau" userId="57ada5730fbea272" providerId="LiveId" clId="{177DCB8C-583A-4161-9260-7256532C1D63}" dt="2024-10-21T12:35:14.585" v="540" actId="2696"/>
        <pc:sldMkLst>
          <pc:docMk/>
          <pc:sldMk cId="3748348926" sldId="311"/>
        </pc:sldMkLst>
      </pc:sldChg>
      <pc:sldChg chg="del">
        <pc:chgData name="Mercy Gachau" userId="57ada5730fbea272" providerId="LiveId" clId="{177DCB8C-583A-4161-9260-7256532C1D63}" dt="2024-10-21T12:35:11.085" v="539" actId="2696"/>
        <pc:sldMkLst>
          <pc:docMk/>
          <pc:sldMk cId="859909800" sldId="312"/>
        </pc:sldMkLst>
      </pc:sldChg>
      <pc:sldChg chg="del">
        <pc:chgData name="Mercy Gachau" userId="57ada5730fbea272" providerId="LiveId" clId="{177DCB8C-583A-4161-9260-7256532C1D63}" dt="2024-10-21T12:35:01.751" v="537" actId="2696"/>
        <pc:sldMkLst>
          <pc:docMk/>
          <pc:sldMk cId="4132147533" sldId="314"/>
        </pc:sldMkLst>
      </pc:sldChg>
      <pc:sldChg chg="del">
        <pc:chgData name="Mercy Gachau" userId="57ada5730fbea272" providerId="LiveId" clId="{177DCB8C-583A-4161-9260-7256532C1D63}" dt="2024-10-21T12:34:53.469" v="536" actId="2696"/>
        <pc:sldMkLst>
          <pc:docMk/>
          <pc:sldMk cId="3064996118" sldId="315"/>
        </pc:sldMkLst>
      </pc:sldChg>
      <pc:sldChg chg="del">
        <pc:chgData name="Mercy Gachau" userId="57ada5730fbea272" providerId="LiveId" clId="{177DCB8C-583A-4161-9260-7256532C1D63}" dt="2024-10-21T12:35:06.249" v="538" actId="2696"/>
        <pc:sldMkLst>
          <pc:docMk/>
          <pc:sldMk cId="537809529" sldId="316"/>
        </pc:sldMkLst>
      </pc:sldChg>
      <pc:sldChg chg="ord">
        <pc:chgData name="Mercy Gachau" userId="57ada5730fbea272" providerId="LiveId" clId="{177DCB8C-583A-4161-9260-7256532C1D63}" dt="2024-10-21T12:40:09.251" v="582"/>
        <pc:sldMkLst>
          <pc:docMk/>
          <pc:sldMk cId="1338167130" sldId="317"/>
        </pc:sldMkLst>
      </pc:sldChg>
      <pc:sldChg chg="delSp modSp add mod">
        <pc:chgData name="Mercy Gachau" userId="57ada5730fbea272" providerId="LiveId" clId="{177DCB8C-583A-4161-9260-7256532C1D63}" dt="2024-10-21T12:28:49.394" v="398" actId="20577"/>
        <pc:sldMkLst>
          <pc:docMk/>
          <pc:sldMk cId="31014759" sldId="318"/>
        </pc:sldMkLst>
        <pc:spChg chg="del mod">
          <ac:chgData name="Mercy Gachau" userId="57ada5730fbea272" providerId="LiveId" clId="{177DCB8C-583A-4161-9260-7256532C1D63}" dt="2024-10-21T12:27:18.155" v="381" actId="21"/>
          <ac:spMkLst>
            <pc:docMk/>
            <pc:sldMk cId="31014759" sldId="318"/>
            <ac:spMk id="11" creationId="{33B73469-D71F-0FF1-F57F-CC9D48DADA8C}"/>
          </ac:spMkLst>
        </pc:spChg>
        <pc:spChg chg="mod">
          <ac:chgData name="Mercy Gachau" userId="57ada5730fbea272" providerId="LiveId" clId="{177DCB8C-583A-4161-9260-7256532C1D63}" dt="2024-10-21T12:28:49.394" v="398" actId="20577"/>
          <ac:spMkLst>
            <pc:docMk/>
            <pc:sldMk cId="31014759" sldId="318"/>
            <ac:spMk id="15" creationId="{3315B2E9-C1EA-96A1-9899-26FBB0966ECE}"/>
          </ac:spMkLst>
        </pc:spChg>
      </pc:sldChg>
      <pc:sldChg chg="modSp add mod">
        <pc:chgData name="Mercy Gachau" userId="57ada5730fbea272" providerId="LiveId" clId="{177DCB8C-583A-4161-9260-7256532C1D63}" dt="2024-10-21T12:29:51.591" v="408" actId="20577"/>
        <pc:sldMkLst>
          <pc:docMk/>
          <pc:sldMk cId="752904485" sldId="319"/>
        </pc:sldMkLst>
        <pc:spChg chg="mod">
          <ac:chgData name="Mercy Gachau" userId="57ada5730fbea272" providerId="LiveId" clId="{177DCB8C-583A-4161-9260-7256532C1D63}" dt="2024-10-21T12:29:51.591" v="408" actId="20577"/>
          <ac:spMkLst>
            <pc:docMk/>
            <pc:sldMk cId="752904485" sldId="319"/>
            <ac:spMk id="15" creationId="{264DD7FE-C558-A6A0-1C29-C41868F35B8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10/21/2024</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10/21/2024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18876-FF57-B0D6-B20D-286DD4B5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C0B676-09B0-FFF5-1993-6C829C3C1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3ABEEC-3019-5B5A-DDBF-0EC5798ABE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75EA7A-4BD2-9913-B579-105E44A45FAE}"/>
              </a:ext>
            </a:extLst>
          </p:cNvPr>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1423176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E20AD-5B63-2A2C-32B3-17F33F47B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E2ABE-36CA-11D0-3289-745340563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37F01-1D33-3032-87D1-F76546BFE3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1B2717-61DD-D85F-F559-B10FAF0293BB}"/>
              </a:ext>
            </a:extLst>
          </p:cNvPr>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3438321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GB"/>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GB"/>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GB"/>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GB"/>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GB"/>
              <a:t>Click icon to add table</a:t>
            </a:r>
            <a:endParaRPr lang="en-US"/>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MICHELLE OBAMA AS A ROLE MODEL</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81564C-5FBB-96E7-98C8-AF4F9EE27D93}"/>
              </a:ext>
            </a:extLst>
          </p:cNvPr>
          <p:cNvSpPr>
            <a:spLocks noGrp="1"/>
          </p:cNvSpPr>
          <p:nvPr>
            <p:ph type="title"/>
          </p:nvPr>
        </p:nvSpPr>
        <p:spPr/>
        <p:txBody>
          <a:bodyPr/>
          <a:lstStyle/>
          <a:p>
            <a:r>
              <a:rPr lang="en-GB" dirty="0"/>
              <a:t>Who is Michelle Obama?</a:t>
            </a:r>
            <a:endParaRPr lang="en-KE" dirty="0"/>
          </a:p>
        </p:txBody>
      </p:sp>
      <p:sp>
        <p:nvSpPr>
          <p:cNvPr id="4" name="Content Placeholder 3">
            <a:extLst>
              <a:ext uri="{FF2B5EF4-FFF2-40B4-BE49-F238E27FC236}">
                <a16:creationId xmlns:a16="http://schemas.microsoft.com/office/drawing/2014/main" id="{73831EFA-FEA5-2F82-FD51-67FB28EB549C}"/>
              </a:ext>
            </a:extLst>
          </p:cNvPr>
          <p:cNvSpPr>
            <a:spLocks noGrp="1"/>
          </p:cNvSpPr>
          <p:nvPr>
            <p:ph sz="quarter" idx="12"/>
          </p:nvPr>
        </p:nvSpPr>
        <p:spPr>
          <a:xfrm>
            <a:off x="914398" y="2039111"/>
            <a:ext cx="5715001" cy="2511118"/>
          </a:xfrm>
        </p:spPr>
        <p:txBody>
          <a:bodyPr>
            <a:normAutofit/>
          </a:bodyPr>
          <a:lstStyle/>
          <a:p>
            <a:r>
              <a:rPr lang="en-GB" sz="2400" dirty="0"/>
              <a:t>Michelle Obama is an inspiring American attorney, author, and the former First Lady of the United States, where she served alongside her husband, Barack Obama, from 2009 to 2017.</a:t>
            </a:r>
            <a:endParaRPr lang="en-KE" sz="2400" dirty="0"/>
          </a:p>
        </p:txBody>
      </p:sp>
      <p:pic>
        <p:nvPicPr>
          <p:cNvPr id="6" name="Picture Placeholder 5" descr="A person in a white dress&#10;&#10;Description automatically generated">
            <a:extLst>
              <a:ext uri="{FF2B5EF4-FFF2-40B4-BE49-F238E27FC236}">
                <a16:creationId xmlns:a16="http://schemas.microsoft.com/office/drawing/2014/main" id="{4938B119-5E00-F265-7A0D-02CFB92E1816}"/>
              </a:ext>
            </a:extLst>
          </p:cNvPr>
          <p:cNvPicPr>
            <a:picLocks noGrp="1" noChangeAspect="1"/>
          </p:cNvPicPr>
          <p:nvPr>
            <p:ph type="pic" sz="quarter" idx="10"/>
          </p:nvPr>
        </p:nvPicPr>
        <p:blipFill>
          <a:blip r:embed="rId3"/>
          <a:srcRect l="23744" r="23744"/>
          <a:stretch/>
        </p:blipFill>
        <p:spPr/>
      </p:pic>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914400" y="228600"/>
            <a:ext cx="7467600" cy="1600200"/>
          </a:xfrm>
        </p:spPr>
        <p:txBody>
          <a:bodyPr/>
          <a:lstStyle/>
          <a:p>
            <a:r>
              <a:rPr lang="en-US" dirty="0"/>
              <a:t>Challenges that Michelle Obama faced in relation to young women today</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039112"/>
            <a:ext cx="7150608" cy="3356576"/>
          </a:xfrm>
        </p:spPr>
        <p:txBody>
          <a:bodyPr/>
          <a:lstStyle/>
          <a:p>
            <a:pPr marL="0" indent="0">
              <a:buNone/>
            </a:pPr>
            <a:r>
              <a:rPr lang="en-GB" b="1" dirty="0"/>
              <a:t>1. Racial Discrimination and Stereotyping</a:t>
            </a:r>
          </a:p>
          <a:p>
            <a:pPr marL="0" indent="0">
              <a:buNone/>
            </a:pPr>
            <a:r>
              <a:rPr lang="en-GB" b="1" dirty="0"/>
              <a:t>2. Imposter Syndrome</a:t>
            </a:r>
          </a:p>
          <a:p>
            <a:pPr marL="0" indent="0">
              <a:buNone/>
            </a:pPr>
            <a:r>
              <a:rPr lang="en-GB" b="1" dirty="0"/>
              <a:t>3. Balancing Personal and Professional Life</a:t>
            </a:r>
          </a:p>
          <a:p>
            <a:pPr marL="0" indent="0">
              <a:buNone/>
            </a:pPr>
            <a:r>
              <a:rPr lang="en-GB" b="1" dirty="0"/>
              <a:t>4. Public Scrutiny and Criticism</a:t>
            </a:r>
          </a:p>
          <a:p>
            <a:pPr marL="0" indent="0">
              <a:buNone/>
            </a:pPr>
            <a:r>
              <a:rPr lang="en-GB" b="1" dirty="0"/>
              <a:t>5. Advocating for Change</a:t>
            </a:r>
          </a:p>
          <a:p>
            <a:pPr marL="0" indent="0">
              <a:buNone/>
            </a:pPr>
            <a:r>
              <a:rPr lang="en-GB" b="1" dirty="0"/>
              <a:t>6. Living Under Societal Expectations</a:t>
            </a:r>
          </a:p>
          <a:p>
            <a:pPr marL="0" indent="0">
              <a:buNone/>
            </a:pPr>
            <a:r>
              <a:rPr lang="en-GB" b="1" dirty="0"/>
              <a:t>7. Mental Health and Well-Being</a:t>
            </a:r>
          </a:p>
          <a:p>
            <a:pPr marL="0" indent="0">
              <a:buNone/>
            </a:pPr>
            <a:endParaRPr lang="en-GB" b="1" dirty="0"/>
          </a:p>
          <a:p>
            <a:pPr marL="0" indent="0">
              <a:buNone/>
            </a:pPr>
            <a:endParaRPr lang="en-GB" b="1" dirty="0"/>
          </a:p>
          <a:p>
            <a:pPr marL="457200" indent="-457200">
              <a:buAutoNum type="arabicPeriod"/>
            </a:pPr>
            <a:endParaRPr lang="en-US"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816428" y="489856"/>
            <a:ext cx="10352315" cy="1787869"/>
          </a:xfrm>
        </p:spPr>
        <p:txBody>
          <a:bodyPr anchor="b"/>
          <a:lstStyle/>
          <a:p>
            <a:r>
              <a:rPr lang="en-US" dirty="0"/>
              <a:t>How Michelle Overcame These Challenges </a:t>
            </a:r>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1132114" y="2277726"/>
            <a:ext cx="9829800" cy="4253704"/>
          </a:xfrm>
        </p:spPr>
        <p:txBody>
          <a:bodyPr/>
          <a:lstStyle/>
          <a:p>
            <a:pPr marL="457200" indent="-457200">
              <a:buAutoNum type="arabicPeriod"/>
            </a:pPr>
            <a:r>
              <a:rPr lang="en-GB" b="1" dirty="0"/>
              <a:t>Embracing Authenticity</a:t>
            </a:r>
          </a:p>
          <a:p>
            <a:r>
              <a:rPr lang="en-GB" dirty="0"/>
              <a:t>Michelle Obama faced intense scrutiny about her identity and choices, especially as the first Black First Lady. She learned to embrace her authentic self and not conform to societal expectations.</a:t>
            </a:r>
          </a:p>
          <a:p>
            <a:endParaRPr lang="en-US" dirty="0"/>
          </a:p>
          <a:p>
            <a:r>
              <a:rPr lang="en-GB" b="1" dirty="0"/>
              <a:t>2. Building Supportive Networks</a:t>
            </a:r>
          </a:p>
          <a:p>
            <a:r>
              <a:rPr lang="en-GB" dirty="0"/>
              <a:t>Throughout her journey, Michelle surrounded herself with supportive friends, mentors, and family who uplifted her during tough times. She emphasized the importance of community in her life.</a:t>
            </a:r>
          </a:p>
          <a:p>
            <a:endParaRPr lang="en-US" dirty="0"/>
          </a:p>
        </p:txBody>
      </p:sp>
    </p:spTree>
    <p:extLst>
      <p:ext uri="{BB962C8B-B14F-4D97-AF65-F5344CB8AC3E}">
        <p14:creationId xmlns:p14="http://schemas.microsoft.com/office/powerpoint/2010/main" val="1096717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A86AB09-2020-65DA-D451-B2B168DFECA2}"/>
            </a:ext>
          </a:extLst>
        </p:cNvPr>
        <p:cNvGrpSpPr/>
        <p:nvPr/>
      </p:nvGrpSpPr>
      <p:grpSpPr>
        <a:xfrm>
          <a:off x="0" y="0"/>
          <a:ext cx="0" cy="0"/>
          <a:chOff x="0" y="0"/>
          <a:chExt cx="0" cy="0"/>
        </a:xfrm>
      </p:grpSpPr>
      <p:sp>
        <p:nvSpPr>
          <p:cNvPr id="15" name="Text Placeholder 14">
            <a:extLst>
              <a:ext uri="{FF2B5EF4-FFF2-40B4-BE49-F238E27FC236}">
                <a16:creationId xmlns:a16="http://schemas.microsoft.com/office/drawing/2014/main" id="{3315B2E9-C1EA-96A1-9899-26FBB0966ECE}"/>
              </a:ext>
            </a:extLst>
          </p:cNvPr>
          <p:cNvSpPr>
            <a:spLocks noGrp="1"/>
          </p:cNvSpPr>
          <p:nvPr>
            <p:ph type="body" sz="quarter" idx="13"/>
          </p:nvPr>
        </p:nvSpPr>
        <p:spPr>
          <a:xfrm>
            <a:off x="1132114" y="119743"/>
            <a:ext cx="9797143" cy="6411687"/>
          </a:xfrm>
        </p:spPr>
        <p:txBody>
          <a:bodyPr/>
          <a:lstStyle/>
          <a:p>
            <a:r>
              <a:rPr lang="en-GB" b="1" dirty="0"/>
              <a:t>3. Prioritizing Self-Care</a:t>
            </a:r>
          </a:p>
          <a:p>
            <a:r>
              <a:rPr lang="en-GB" dirty="0"/>
              <a:t>Michelle recognized the importance of self-care and mental health amid her busy life as a public figure and a mother. She made time for exercise, reflection, and family.</a:t>
            </a:r>
          </a:p>
          <a:p>
            <a:endParaRPr lang="en-GB" dirty="0"/>
          </a:p>
          <a:p>
            <a:r>
              <a:rPr lang="en-GB" b="1" dirty="0"/>
              <a:t>4. Advocating for Change</a:t>
            </a:r>
          </a:p>
          <a:p>
            <a:r>
              <a:rPr lang="en-GB" dirty="0"/>
              <a:t>Michelle used her platform to advocate for issues close to her heart, such as education and healthy living, despite facing pushback. She didn’t shy away from challenging societal norms. </a:t>
            </a:r>
          </a:p>
          <a:p>
            <a:endParaRPr lang="en-GB" dirty="0"/>
          </a:p>
          <a:p>
            <a:r>
              <a:rPr lang="en-GB" b="1" dirty="0"/>
              <a:t>5. Embracing Challenges as Growth Opportunities</a:t>
            </a:r>
          </a:p>
          <a:p>
            <a:r>
              <a:rPr lang="en-GB" dirty="0"/>
              <a:t>Michelle faced many challenges but viewed them as opportunities for growth and learning. Instead of shying away from adversity, she tackled it head-on and used her experiences to strengthen her resolve.</a:t>
            </a:r>
          </a:p>
          <a:p>
            <a:endParaRPr lang="en-GB" dirty="0"/>
          </a:p>
          <a:p>
            <a:endParaRPr lang="en-US" dirty="0"/>
          </a:p>
        </p:txBody>
      </p:sp>
    </p:spTree>
    <p:extLst>
      <p:ext uri="{BB962C8B-B14F-4D97-AF65-F5344CB8AC3E}">
        <p14:creationId xmlns:p14="http://schemas.microsoft.com/office/powerpoint/2010/main" val="31014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FAFCC38-32BB-96C3-0463-24CAC4078B68}"/>
            </a:ext>
          </a:extLst>
        </p:cNvPr>
        <p:cNvGrpSpPr/>
        <p:nvPr/>
      </p:nvGrpSpPr>
      <p:grpSpPr>
        <a:xfrm>
          <a:off x="0" y="0"/>
          <a:ext cx="0" cy="0"/>
          <a:chOff x="0" y="0"/>
          <a:chExt cx="0" cy="0"/>
        </a:xfrm>
      </p:grpSpPr>
      <p:sp>
        <p:nvSpPr>
          <p:cNvPr id="15" name="Text Placeholder 14">
            <a:extLst>
              <a:ext uri="{FF2B5EF4-FFF2-40B4-BE49-F238E27FC236}">
                <a16:creationId xmlns:a16="http://schemas.microsoft.com/office/drawing/2014/main" id="{264DD7FE-C558-A6A0-1C29-C41868F35B8C}"/>
              </a:ext>
            </a:extLst>
          </p:cNvPr>
          <p:cNvSpPr>
            <a:spLocks noGrp="1"/>
          </p:cNvSpPr>
          <p:nvPr>
            <p:ph type="body" sz="quarter" idx="13"/>
          </p:nvPr>
        </p:nvSpPr>
        <p:spPr>
          <a:xfrm>
            <a:off x="903514" y="1850571"/>
            <a:ext cx="10406743" cy="3048001"/>
          </a:xfrm>
        </p:spPr>
        <p:txBody>
          <a:bodyPr/>
          <a:lstStyle/>
          <a:p>
            <a:r>
              <a:rPr lang="en-GB" b="1" dirty="0"/>
              <a:t>6. Setting Boundaries</a:t>
            </a:r>
          </a:p>
          <a:p>
            <a:r>
              <a:rPr lang="en-GB" dirty="0"/>
              <a:t>Michelle learned to set boundaries between her public and private life, protecting her family’s privacy and well-being while still engaging with the public.</a:t>
            </a:r>
          </a:p>
          <a:p>
            <a:endParaRPr lang="en-US" dirty="0"/>
          </a:p>
        </p:txBody>
      </p:sp>
    </p:spTree>
    <p:extLst>
      <p:ext uri="{BB962C8B-B14F-4D97-AF65-F5344CB8AC3E}">
        <p14:creationId xmlns:p14="http://schemas.microsoft.com/office/powerpoint/2010/main" val="752904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914400" y="914400"/>
            <a:ext cx="8697686" cy="1124712"/>
          </a:xfrm>
        </p:spPr>
        <p:txBody>
          <a:bodyPr/>
          <a:lstStyle/>
          <a:p>
            <a:r>
              <a:rPr lang="en-US" dirty="0"/>
              <a:t>Lessons for Young Women from Michelle’s Experiences</a:t>
            </a:r>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990600" y="2066545"/>
            <a:ext cx="4735286" cy="4709158"/>
          </a:xfrm>
        </p:spPr>
        <p:txBody>
          <a:bodyPr>
            <a:normAutofit/>
          </a:bodyPr>
          <a:lstStyle/>
          <a:p>
            <a:pPr marL="342900" indent="-342900">
              <a:buFont typeface="Arial" panose="020B0604020202020204" pitchFamily="34" charset="0"/>
              <a:buChar char="•"/>
            </a:pPr>
            <a:r>
              <a:rPr lang="en-GB" dirty="0"/>
              <a:t>Authenticity is powerful. Young women should feel empowered to be true to themselves, embracing their unique identities and experiences without fear of judgment.</a:t>
            </a:r>
          </a:p>
          <a:p>
            <a:pPr marL="342900" indent="-342900">
              <a:buFont typeface="Arial" panose="020B0604020202020204" pitchFamily="34" charset="0"/>
              <a:buChar char="•"/>
            </a:pPr>
            <a:r>
              <a:rPr lang="en-GB" dirty="0"/>
              <a:t>Building a strong support system is crucial. Young women should seek out mentors and surround themselves with positive influences who encourage their growth and well-being.</a:t>
            </a:r>
          </a:p>
          <a:p>
            <a:pPr marL="342900" indent="-342900">
              <a:buFont typeface="Arial" panose="020B0604020202020204" pitchFamily="34" charset="0"/>
              <a:buChar char="•"/>
            </a:pPr>
            <a:r>
              <a:rPr lang="en-GB" dirty="0"/>
              <a:t>Prioritizing self-care is essential. Young women should carve out time for themselves, focusing on their mental and physical health to build resilience against life’s pressures.</a:t>
            </a:r>
            <a:endParaRPr lang="en-US" dirty="0"/>
          </a:p>
        </p:txBody>
      </p:sp>
      <p:sp>
        <p:nvSpPr>
          <p:cNvPr id="17" name="Content Placeholder 16">
            <a:extLst>
              <a:ext uri="{FF2B5EF4-FFF2-40B4-BE49-F238E27FC236}">
                <a16:creationId xmlns:a16="http://schemas.microsoft.com/office/drawing/2014/main" id="{2F3CEF66-C6D7-C765-24E7-1DCFB38FE51A}"/>
              </a:ext>
            </a:extLst>
          </p:cNvPr>
          <p:cNvSpPr>
            <a:spLocks noGrp="1"/>
          </p:cNvSpPr>
          <p:nvPr>
            <p:ph sz="quarter" idx="12"/>
          </p:nvPr>
        </p:nvSpPr>
        <p:spPr>
          <a:xfrm>
            <a:off x="6357747" y="2039112"/>
            <a:ext cx="4843653" cy="4736591"/>
          </a:xfrm>
        </p:spPr>
        <p:txBody>
          <a:bodyPr>
            <a:normAutofit/>
          </a:bodyPr>
          <a:lstStyle/>
          <a:p>
            <a:pPr marL="342900" indent="-342900">
              <a:buFont typeface="Arial" panose="020B0604020202020204" pitchFamily="34" charset="0"/>
              <a:buChar char="•"/>
            </a:pPr>
            <a:r>
              <a:rPr lang="en-US" dirty="0"/>
              <a:t> </a:t>
            </a:r>
            <a:r>
              <a:rPr lang="en-GB" dirty="0"/>
              <a:t>Use your voice to advocate for change. Young women should feel empowered to speak out against injustices and work towards causes that matter to them, knowing that their voices can make a difference.</a:t>
            </a:r>
          </a:p>
          <a:p>
            <a:pPr marL="342900" indent="-342900">
              <a:buFont typeface="Arial" panose="020B0604020202020204" pitchFamily="34" charset="0"/>
              <a:buChar char="•"/>
            </a:pPr>
            <a:r>
              <a:rPr lang="en-GB" dirty="0"/>
              <a:t>Challenges can be catalysts for growth. Young women should embrace difficulties as chances to learn and develop resilience, understanding that overcoming obstacles can lead to personal empowerment.</a:t>
            </a:r>
          </a:p>
          <a:p>
            <a:pPr marL="342900" indent="-342900">
              <a:buFont typeface="Arial" panose="020B0604020202020204" pitchFamily="34" charset="0"/>
              <a:buChar char="•"/>
            </a:pPr>
            <a:r>
              <a:rPr lang="en-GB" dirty="0"/>
              <a:t>Setting boundaries is vital for mental health. Young women should feel confident in establishing limits in their personal and professional lives to maintain balance and protect their well-being.</a:t>
            </a:r>
            <a:endParaRPr lang="en-US"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{FB090369-953B-4DA3-9837-91F81ABB799B}tf11964407_win32</Template>
  <TotalTime>39</TotalTime>
  <Words>515</Words>
  <Application>Microsoft Office PowerPoint</Application>
  <PresentationFormat>Widescreen</PresentationFormat>
  <Paragraphs>46</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Courier New</vt:lpstr>
      <vt:lpstr>Gill Sans Nova Light</vt:lpstr>
      <vt:lpstr>Sagona Book</vt:lpstr>
      <vt:lpstr>Custom</vt:lpstr>
      <vt:lpstr>MICHELLE OBAMA AS A ROLE MODEL</vt:lpstr>
      <vt:lpstr>Who is Michelle Obama?</vt:lpstr>
      <vt:lpstr>Challenges that Michelle Obama faced in relation to young women today</vt:lpstr>
      <vt:lpstr>How Michelle Overcame These Challenges </vt:lpstr>
      <vt:lpstr>PowerPoint Presentation</vt:lpstr>
      <vt:lpstr>PowerPoint Presentation</vt:lpstr>
      <vt:lpstr>Lessons for Young Women from Michelle’s Experiences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Mercy Gachau</dc:creator>
  <cp:lastModifiedBy>Mercy Gachau</cp:lastModifiedBy>
  <cp:revision>1</cp:revision>
  <dcterms:created xsi:type="dcterms:W3CDTF">2024-10-21T11:33:21Z</dcterms:created>
  <dcterms:modified xsi:type="dcterms:W3CDTF">2024-10-21T12:40:09Z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